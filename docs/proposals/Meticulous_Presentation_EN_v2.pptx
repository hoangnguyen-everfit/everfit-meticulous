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19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029200" cy="5029200"/>
          </a:xfrm>
          <a:prstGeom prst="ellipse">
            <a:avLst/>
          </a:prstGeom>
          <a:solidFill>
            <a:srgbClr val="12323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61483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 PROPOSAL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Meticulous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regression testing — no writing, no maintenance, no flakes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Audience: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· Tech Lead · Product Owner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frontend testing drains our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9280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4380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Meticulous 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&amp; how it 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272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200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— straight talk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584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 and does NOT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1272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543800" y="3200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3584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catch a real regression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3616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83080" y="4434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83080" y="48188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and for Lead/PO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251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43616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543800" y="4434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48188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timeline, criteria &amp; decision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testing is draining our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3609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is slow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 needs a hand-written E2E test — time that could go to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305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69" y="23609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maintenance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7240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UI change breaks a pile of selectors we have to fix.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939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450982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after merge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11680" y="4709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a shared component, silently break another page we didn't check.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27939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9" y="45098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CI from flakes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72400" y="4709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then fail for no reason → lost trust, re-runs, real bugs slip by.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Meticulous?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202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real usage once → on every PR it replays and compares → shows what changed for you to approve.
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writing · No baseline maintenance · No flakes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8236" y="347472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871" y="3756355"/>
            <a:ext cx="442570" cy="4425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6634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· Record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51206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script to the app. The recorder captures user actions + all network requests in dev/staging.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96512" y="3977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462272" y="3063240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0428" y="34747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063" y="3756355"/>
            <a:ext cx="442570" cy="4425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5152" y="46634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· Generate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82312" y="51206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engine tracks which code branches run and auto-generates visual E2E tests for every flow — no writing.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18704" y="3977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284464" y="3063240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32620" y="347472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3756355"/>
            <a:ext cx="442570" cy="4425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67344" y="46634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· Review on PR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604504" y="51206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PR it replays and shows how the change affects the UI. Approve in a few clicks, then merge.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 regression gets detected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2323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20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COMMIT
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code (before)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2323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703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COMMIT
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the PR (after)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228600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532120" y="2606040"/>
            <a:ext cx="288036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834640"/>
            <a:ext cx="685800" cy="685800"/>
          </a:xfrm>
          <a:prstGeom prst="ellipse">
            <a:avLst/>
          </a:prstGeom>
          <a:solidFill>
            <a:srgbClr val="12323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4" y="302666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on both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4206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after EVERY action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66760" y="3154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8915400" y="26060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829800" y="2834640"/>
            <a:ext cx="685800" cy="685800"/>
          </a:xfrm>
          <a:prstGeom prst="ellipse">
            <a:avLst/>
          </a:prstGeom>
          <a:solidFill>
            <a:srgbClr val="12323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4" y="30266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6112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61120" y="38862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differs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approve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" y="56235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2323C"/>
          </a:solidFill>
          <a:ln/>
        </p:spPr>
      </p:sp>
      <p:sp>
        <p:nvSpPr>
          <p:cNvPr id="21" name="Text 17"/>
          <p:cNvSpPr/>
          <p:nvPr/>
        </p:nvSpPr>
        <p:spPr>
          <a:xfrm>
            <a:off x="1097280" y="5623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flakes: </a:t>
            </a:r>
            <a:pPr indent="0" marL="0">
              <a:buNone/>
            </a:pPr>
            <a:r>
              <a:rPr lang="en-US" sz="13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(kills race conditions) + mocked/replayed network (fixed data). Red means a real change, not noise.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STRAIGHT TALK ON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catches — and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AF6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1927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layout / CSS — shifts, overlapping text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buttons or links — flows break mid-way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bugs that DO show on screen (e.g. wrong total)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exceptions that crash the UI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that should appear goes missing (or vice versa)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BEEEC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39112"/>
            <a:ext cx="548640" cy="548640"/>
          </a:xfrm>
          <a:prstGeom prst="ellipse">
            <a:avLst/>
          </a:prstGeom>
          <a:solidFill>
            <a:srgbClr val="C0564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19273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756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CATCH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697480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✕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bugs that do NOT show in the UI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✕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backend / API is correct (it's mocked)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✕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written to the DB, real side-effects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✕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end-to-end business testing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✕"/>
            </a:pPr>
            <a:r>
              <a:rPr lang="en-US" sz="13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nobody has used → no session yet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6144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Positioning: a regression net for the FRONTEND layer. It doesn't replace Playwright for critical business flows — the two complement each other.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2323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55448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18873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LIVE DEMO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Watch it catch a real regression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Scenario: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with a small change to a shared component → watch Meticulous surface the other pages it affects that we never expected.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(switch to the PR / Meticulous dashboard)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developers 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3609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writing &amp; maintaining UI tests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01168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come from sessions and self-update — pour that time into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305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69" y="23609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change's impact upfront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7724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shows a diff: which screens this changes, before you merge.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939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450982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flakes, fewer post-merge breaks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01168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mocked network → red means a real bug, not noise.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27939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9" y="45098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with confidence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77240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safety net — bump versions, touch old code more boldly.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Lead &amp; PO 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3609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01168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regression on every PR → less manual QA, shorter release cycles.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305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69" y="23609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bugs in production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7724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frontend breaks before merge → fewer customer-facing incidents and rushed hotfixes.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939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450982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coverage, low cost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01168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many screens without hiring people to write &amp; maintain tests.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27939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9" y="45098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team, less friction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77240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flakes and post-merge debugging → better morale, less review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Pilot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1488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36118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recorder on one repo (Next.js). Record sessions for 5–8 key flows in dev/staging.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11296" y="182880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1488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32004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1–2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767328" y="36118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CI (GitHub Actions + Docker). Run it on a trial PR.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82512" y="182880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0336" y="21488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32004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2–3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638544" y="36118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real; measure: real regressions caught, false-positive rate, dev feedback.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53728" y="182880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31552" y="21488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4" y="2404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90888" y="32004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509760" y="36118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against the pre-set success criteria → expand or drop (removable in 10 min).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029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EAF6F1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0292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
</a:t>
            </a:r>
            <a:pPr indent="0" marL="0">
              <a:buNone/>
            </a:pPr>
            <a:r>
              <a:rPr lang="en-US" sz="12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≥ N real regressions · low false-positive rate · devs feel the workload drop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172200" y="5029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BEEEC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0" y="5230368"/>
            <a:ext cx="502920" cy="502920"/>
          </a:xfrm>
          <a:prstGeom prst="ellipse">
            <a:avLst/>
          </a:prstGeom>
          <a:solidFill>
            <a:srgbClr val="C0564B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5371186"/>
            <a:ext cx="221285" cy="2212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40880" y="502920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note
</a:t>
            </a:r>
            <a:pPr indent="0" marL="0">
              <a:buNone/>
            </a:pPr>
            <a:r>
              <a:rPr lang="en-US" sz="1250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only in non-production · tokens are redacted · add only trusted people to the org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5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379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when recording sessions?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83794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recording only in dev/staging; tokens &amp; passwords are redacted; org membership is controlled.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2F8F8"/>
          </a:solidFill>
          <a:ln w="12700">
            <a:solidFill>
              <a:srgbClr val="D7E5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5234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8072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nobody has used?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28072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limitation — we click through them to create sessions; keep Playwright for critical flows.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5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2160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776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slow down CI?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77647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and usually returns fast; we'll measure real numbers during the pilot.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2F8F8"/>
          </a:solidFill>
          <a:ln w="12700">
            <a:solidFill>
              <a:srgbClr val="D7E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9087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7457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tool to learn?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74573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 just one script + one workflow; no test language to learn, no code to maintain.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66013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5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6013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5715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5715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pricing model against the time devs currently spend writing &amp; fixing tests.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12323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645920"/>
            <a:ext cx="3108960" cy="31089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a 2–3 week pilot on one repo?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383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35112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pilot scope &amp; assign an owner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4041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1696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repo and a start date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68680" y="47000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8280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7000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the success criteria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fit → remove the recorder + workflow in ~10 minutes. Low risk.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ACTUALLY SAW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Proof from our hands-on trial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3609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PRs run · 0 flakes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01168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pull requests run end-to-end, with zero flaky results across ~10 runs.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305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69" y="23609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real crash bug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7724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blanked the whole app on load. Unit tests stayed green — replaying a real session caught 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939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49" y="450982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 → both pages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01168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one shared banner; it was flagged on BOTH /login and /dashboard automatically (PR #7).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27939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9" y="45098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minute per PR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772400" y="4754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upload runs in about a minute; screens compared within minutes. No test code written.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Meticulous — Frontend Regression Testing</dc:title>
  <dc:subject>PptxGenJS Presentation</dc:subject>
  <dc:creator>Eng Team</dc:creator>
  <cp:lastModifiedBy>Eng Team</cp:lastModifiedBy>
  <cp:revision>1</cp:revision>
  <dcterms:created xsi:type="dcterms:W3CDTF">2026-07-03T10:24:25Z</dcterms:created>
  <dcterms:modified xsi:type="dcterms:W3CDTF">2026-07-03T10:24:25Z</dcterms:modified>
</cp:coreProperties>
</file>